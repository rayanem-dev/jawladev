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82296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83464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300"/>
              </a:spcAft>
            </a:pPr>
            <a:r>
              <a:rPr sz="6600" b="1">
                <a:solidFill>
                  <a:srgbClr val="1E5AA8"/>
                </a:solidFill>
                <a:latin typeface="Arial"/>
              </a:rPr>
              <a:t>Pompa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966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1400"/>
              </a:spcAft>
            </a:pPr>
            <a:r>
              <a:rPr sz="2800" b="1">
                <a:solidFill>
                  <a:srgbClr val="F58220"/>
                </a:solidFill>
                <a:latin typeface="Arial"/>
              </a:rPr>
              <a:t>Chaque litre compté. Chaque dinar retrouvé.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800600"/>
            <a:ext cx="9052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5F7189"/>
                </a:solidFill>
                <a:latin typeface="Arial"/>
              </a:rPr>
              <a:t>La gestion de votre station-service, simple, belle et dans votre poche.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7189"/>
                </a:solidFill>
                <a:latin typeface="Arial"/>
              </a:rPr>
              <a:t>Version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Le quotidien d’une station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Des écarts de caisse que personne n’explique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Du carburant qui disparaît entre la livraison et la pompe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Des livraisons jamais vérifiées : facturé ou vraiment reçu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34256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07408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Un stock d’huiles et de filtres compté « à l’œil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Aucune visibilité quand le gérant n’est pas là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Pompa : tout sous contrôle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⏱️  Postes des pompistes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Index de départ et de fin de chaque pistolet, argent remis (espèces, carte, bons) : l’écart de caisse se calcule tout seul.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91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🛢️  Cuves sous contrôle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Stock théorique, jaugeage réel, alerte dès qu’un écart ou un niveau bas apparaît.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691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🚚  Livraisons vérifiées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33172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Bon de livraison, volume facturé comparé au volume reçu, dettes fournisseurs.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59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📦  Petit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Huiles, filtres, consommables : ventes au comptoir rattachées au poste, alertes de stock bas.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023359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📈  Chiffres clairs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634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Litres, recettes, pertes, marge estimée, par pompiste et par carburant ; export Excel.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93192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4023359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📱  Sur téléphone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46634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Installable comme une application, en français, en arabe et en anglais.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Le gérant voit tout, en un coup d’œil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02-tableau-de-b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22910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0" y="1737360"/>
            <a:ext cx="38404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Index de départ et de fin de chaque pistolet, argent remis (espèces, carte, bons) : l’écart de caisse se calcule tout seul.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Stock théorique, jaugeage réel, alerte dès qu’un écart ou un niveau bas apparaît.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Le pompiste : 2 minutes, tout est guidé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m2-ouvrir-po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7617"/>
            <a:ext cx="2697480" cy="3837165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pic>
        <p:nvPicPr>
          <p:cNvPr id="8" name="Picture 7" descr="m4-vente-compto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638615"/>
            <a:ext cx="2697480" cy="2495169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pic>
        <p:nvPicPr>
          <p:cNvPr id="9" name="Picture 8" descr="m5-cloturer-po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167" y="1508760"/>
            <a:ext cx="2505865" cy="475488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098280" y="2011680"/>
            <a:ext cx="265176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3233A"/>
                </a:solidFill>
                <a:latin typeface="Arial"/>
              </a:rPr>
              <a:t>Ouvre son poste, relève les index, vend au comptoir, clôture : tout est guidé, en 2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Cuves et livraisons sous contrôle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05-cu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577840" cy="348615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pic>
        <p:nvPicPr>
          <p:cNvPr id="8" name="Picture 7" descr="08-livraison-nouve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237" y="1508760"/>
            <a:ext cx="3844324" cy="457200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257800"/>
            <a:ext cx="55778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13233A"/>
                </a:solidFill>
                <a:latin typeface="Arial"/>
              </a:rPr>
              <a:t>Stock théorique, jaugeage réel, alerte dès qu’un écart ou un niveau bas apparaît.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Des chiffres clairs, par pompiste et par carburant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10-rap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22910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0" y="1737360"/>
            <a:ext cx="38404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Litres, recettes, pertes, marge estimée, par pompiste et par carburant ; export Excel.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Huiles, filtres, consommables : ventes au comptoir rattachées au poste, alertes de stock bas.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Chacun voit ce qui le concerne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566160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Le pompiste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26080"/>
            <a:ext cx="32004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3233A"/>
                </a:solidFill>
                <a:latin typeface="Arial"/>
              </a:rPr>
              <a:t>Ouvre son poste, relève les index, vend au comptoir, clôture : tout est guidé, en 2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566160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Le responsable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2004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3233A"/>
                </a:solidFill>
                <a:latin typeface="Arial"/>
              </a:rPr>
              <a:t>Suit les postes, fait les jaugeages, enregistre les livraisons, gère le stock.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73736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737360"/>
            <a:ext cx="3566160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21031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Le gérant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926080"/>
            <a:ext cx="32004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3233A"/>
                </a:solidFill>
                <a:latin typeface="Arial"/>
              </a:rPr>
              <a:t>Voit tout, règle les prix, crée l’équipe, lit les rapports, où qu’il soit.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Deux façons de l’héberger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120640" cy="10972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3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Version 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466344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50"/>
              </a:spcAft>
            </a:pPr>
            <a:r>
              <a:rPr sz="1900" b="0">
                <a:solidFill>
                  <a:srgbClr val="13233A"/>
                </a:solidFill>
                <a:latin typeface="Arial"/>
              </a:rPr>
              <a:t>Gratuite à héberger : Google Apps Script et Google Sheets. Rien à installer sur un serveur.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120640" cy="10972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9456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3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Version PHP /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08960"/>
            <a:ext cx="466344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50"/>
              </a:spcAft>
            </a:pPr>
            <a:r>
              <a:rPr sz="1900" b="0">
                <a:solidFill>
                  <a:srgbClr val="13233A"/>
                </a:solidFill>
                <a:latin typeface="Arial"/>
              </a:rPr>
              <a:t>Sur l’hébergement de votre choix : vos données chez vous.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F7189"/>
                </a:solidFill>
                <a:latin typeface="Arial"/>
              </a:rPr>
              <a:t>Mises à jour automatiques · Vos données restent à vous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Pourquoi Pompa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✔  Pensé avec des gérants de stations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✔  Aucune formation longue : l’aide est dans l’application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✔  Vos données restent à vous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463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59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✔  Mises à jour automatiques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19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Essai gratuit : nous préparons votre station en 24 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0" y="219456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33172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https://rayanem-dev.github.io/pompa/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800" b="1">
                <a:solidFill>
                  <a:srgbClr val="FFD9B0"/>
                </a:solidFill>
                <a:latin typeface="Arial"/>
              </a:rPr>
              <a:t>Rayane Redha Madani — Rayane M. · ☎ 0670779792 · ✉ rayanem@gmail.com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